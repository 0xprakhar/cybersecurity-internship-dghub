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6256000" cy="9144000"/>
  <p:notesSz cx="16256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2800" y="365760"/>
            <a:ext cx="146304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191240" y="5151120"/>
            <a:ext cx="1343025" cy="274320"/>
          </a:xfrm>
          <a:custGeom>
            <a:avLst/>
            <a:gdLst/>
            <a:ahLst/>
            <a:cxnLst/>
            <a:rect l="l" t="t" r="r" b="b"/>
            <a:pathLst>
              <a:path w="1343025" h="274320">
                <a:moveTo>
                  <a:pt x="1342669" y="0"/>
                </a:moveTo>
                <a:lnTo>
                  <a:pt x="0" y="0"/>
                </a:lnTo>
                <a:lnTo>
                  <a:pt x="0" y="274320"/>
                </a:lnTo>
                <a:lnTo>
                  <a:pt x="1342669" y="274320"/>
                </a:lnTo>
                <a:lnTo>
                  <a:pt x="1342669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178540" y="5123789"/>
            <a:ext cx="1367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Prakhar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Gupta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2026-09-14T08:22:41Z</dcterms:created>
  <dcterms:modified xsi:type="dcterms:W3CDTF">2026-09-14T08:22:41Z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2026-09-14T00:00:00Z</vt:filetime>
  </property>
  <property fmtid="{D5CDD505-2E9C-101B-9397-08002B2CF9AE}" pid="4" name="LastSaved">
    <vt:filetime>2026-09-14T00:00:00Z</vt:filetime>
  </property>
  <property fmtid="{D5CDD505-2E9C-101B-9397-08002B2CF9AE}" pid="5" name="Producer">
    <vt:lpwstr>Pdftools SDK</vt:lpwstr>
  </property>
</Properties>
</file>