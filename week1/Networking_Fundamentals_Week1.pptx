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7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image" Target="../media/image-7-5.png"/><Relationship Id="rId6" Type="http://schemas.openxmlformats.org/officeDocument/2006/relationships/image" Target="../media/image-7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2.png"/><Relationship Id="rId8" Type="http://schemas.openxmlformats.org/officeDocument/2006/relationships/image" Target="../media/image-9-2.png"/><Relationship Id="rId9" Type="http://schemas.openxmlformats.org/officeDocument/2006/relationships/image" Target="../media/image-9-2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48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31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78892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658368" y="4892040"/>
            <a:ext cx="1463040" cy="0"/>
          </a:xfrm>
          <a:prstGeom prst="line">
            <a:avLst/>
          </a:prstGeom>
          <a:noFill/>
          <a:ln w="38100">
            <a:solidFill>
              <a:srgbClr val="FFAB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Presented by Prakhar Gupta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track: Cybersecurity Internship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_corner_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02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2B4E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322576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home/claude/work/asse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68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5328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layers that explain how data travels across a network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09360" y="1965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2B4E"/>
          </a:solidFill>
          <a:ln/>
        </p:spPr>
      </p:sp>
      <p:sp>
        <p:nvSpPr>
          <p:cNvPr id="12" name="Shape 8"/>
          <p:cNvSpPr/>
          <p:nvPr/>
        </p:nvSpPr>
        <p:spPr>
          <a:xfrm>
            <a:off x="6537960" y="2322576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/home/claude/work/assets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468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092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TCP/IP Model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360920" y="25328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4-layer practical model powering the Internet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611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2B4E"/>
          </a:solidFill>
          <a:ln/>
        </p:spPr>
      </p:sp>
      <p:sp>
        <p:nvSpPr>
          <p:cNvPr id="17" name="Shape 12"/>
          <p:cNvSpPr/>
          <p:nvPr/>
        </p:nvSpPr>
        <p:spPr>
          <a:xfrm>
            <a:off x="868680" y="3968496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3" descr="/home/claude/work/assets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1148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916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691640" y="41788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HTTP/HTTPS, FTP, DNS and DHCP in action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309360" y="361188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2B4E"/>
          </a:solidFill>
          <a:ln/>
        </p:spPr>
      </p:sp>
      <p:sp>
        <p:nvSpPr>
          <p:cNvPr id="22" name="Shape 16"/>
          <p:cNvSpPr/>
          <p:nvPr/>
        </p:nvSpPr>
        <p:spPr>
          <a:xfrm>
            <a:off x="6537960" y="3968496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4" descr="/home/claude/work/assets/icons/map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1148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6092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7360920" y="41788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 private IPs and basic subnetting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5257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2B4E"/>
          </a:solidFill>
          <a:ln/>
        </p:spPr>
      </p:sp>
      <p:sp>
        <p:nvSpPr>
          <p:cNvPr id="27" name="Shape 20"/>
          <p:cNvSpPr/>
          <p:nvPr/>
        </p:nvSpPr>
        <p:spPr>
          <a:xfrm>
            <a:off x="868680" y="5614416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5" descr="/home/claude/work/assets/icons/termin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76072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9164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Commands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691640" y="58247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ping, ipconfig and tracert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309360" y="5257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2B4E"/>
          </a:solidFill>
          <a:ln/>
        </p:spPr>
      </p:sp>
      <p:sp>
        <p:nvSpPr>
          <p:cNvPr id="32" name="Shape 24"/>
          <p:cNvSpPr/>
          <p:nvPr/>
        </p:nvSpPr>
        <p:spPr>
          <a:xfrm>
            <a:off x="6537960" y="5614416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6" descr="/home/claude/work/assets/icons/ser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576072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36092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7360920" y="58247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testing a simple two-PC network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 •   CYBERSECURITY INTERNSHIP   •   WEEK 1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OSI Model — 7 Layers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99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travels between devices, one layer at a time — from raw bits to the apps we use.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608076"/>
          </a:xfrm>
          <a:prstGeom prst="roundRect">
            <a:avLst>
              <a:gd name="adj" fmla="val 9023"/>
            </a:avLst>
          </a:prstGeom>
          <a:solidFill>
            <a:srgbClr val="123663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059686"/>
            <a:ext cx="420624" cy="420624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05968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1965960"/>
            <a:ext cx="5532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services to applications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72600" y="2084832"/>
            <a:ext cx="0" cy="370332"/>
          </a:xfrm>
          <a:prstGeom prst="line">
            <a:avLst/>
          </a:prstGeom>
          <a:noFill/>
          <a:ln w="12700">
            <a:solidFill>
              <a:srgbClr val="1236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55480" y="1965960"/>
            <a:ext cx="1965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browser, HTTP/HTTPS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28900"/>
            <a:ext cx="11064240" cy="608076"/>
          </a:xfrm>
          <a:prstGeom prst="roundRect">
            <a:avLst>
              <a:gd name="adj" fmla="val 9023"/>
            </a:avLst>
          </a:prstGeom>
          <a:solidFill>
            <a:srgbClr val="0F2B4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72262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72262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628900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628900"/>
            <a:ext cx="5532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formatting, encryption &amp; compression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72600" y="2747772"/>
            <a:ext cx="0" cy="370332"/>
          </a:xfrm>
          <a:prstGeom prst="line">
            <a:avLst/>
          </a:prstGeom>
          <a:noFill/>
          <a:ln w="12700">
            <a:solidFill>
              <a:srgbClr val="1236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55480" y="2628900"/>
            <a:ext cx="1965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608076"/>
          </a:xfrm>
          <a:prstGeom prst="roundRect">
            <a:avLst>
              <a:gd name="adj" fmla="val 9023"/>
            </a:avLst>
          </a:prstGeom>
          <a:solidFill>
            <a:srgbClr val="0F2B4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38556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338556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291840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3291840"/>
            <a:ext cx="5532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Establishes, manages &amp; terminates sessions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72600" y="3410712"/>
            <a:ext cx="0" cy="370332"/>
          </a:xfrm>
          <a:prstGeom prst="line">
            <a:avLst/>
          </a:prstGeom>
          <a:noFill/>
          <a:ln w="12700">
            <a:solidFill>
              <a:srgbClr val="1236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55480" y="3291840"/>
            <a:ext cx="1965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54780"/>
            <a:ext cx="11064240" cy="608076"/>
          </a:xfrm>
          <a:prstGeom prst="roundRect">
            <a:avLst>
              <a:gd name="adj" fmla="val 9023"/>
            </a:avLst>
          </a:prstGeom>
          <a:solidFill>
            <a:srgbClr val="0F2B4E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04850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" y="404850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3954780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3954780"/>
            <a:ext cx="5532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reliable data delivery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72600" y="4073652"/>
            <a:ext cx="0" cy="370332"/>
          </a:xfrm>
          <a:prstGeom prst="line">
            <a:avLst/>
          </a:prstGeom>
          <a:noFill/>
          <a:ln w="12700">
            <a:solidFill>
              <a:srgbClr val="12366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55480" y="3954780"/>
            <a:ext cx="1965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11064240" cy="608076"/>
          </a:xfrm>
          <a:prstGeom prst="roundRect">
            <a:avLst>
              <a:gd name="adj" fmla="val 9023"/>
            </a:avLst>
          </a:prstGeom>
          <a:solidFill>
            <a:srgbClr val="0F2B4E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471144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471144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4617720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3749040" y="4617720"/>
            <a:ext cx="5532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IP addressing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372600" y="4736592"/>
            <a:ext cx="0" cy="370332"/>
          </a:xfrm>
          <a:prstGeom prst="line">
            <a:avLst/>
          </a:prstGeom>
          <a:noFill/>
          <a:ln w="12700">
            <a:solidFill>
              <a:srgbClr val="12366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555480" y="4617720"/>
            <a:ext cx="1965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Router, IP address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280660"/>
            <a:ext cx="11064240" cy="608076"/>
          </a:xfrm>
          <a:prstGeom prst="roundRect">
            <a:avLst>
              <a:gd name="adj" fmla="val 9023"/>
            </a:avLst>
          </a:prstGeom>
          <a:solidFill>
            <a:srgbClr val="0F2B4E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232" y="537438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13232" y="537438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325880" y="5280660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3749040" y="5280660"/>
            <a:ext cx="5532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Node-to-node data transfer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372600" y="5399532"/>
            <a:ext cx="0" cy="370332"/>
          </a:xfrm>
          <a:prstGeom prst="line">
            <a:avLst/>
          </a:prstGeom>
          <a:noFill/>
          <a:ln w="12700">
            <a:solidFill>
              <a:srgbClr val="12366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555480" y="5280660"/>
            <a:ext cx="1965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address, Switch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943600"/>
            <a:ext cx="11064240" cy="608076"/>
          </a:xfrm>
          <a:prstGeom prst="roundRect">
            <a:avLst>
              <a:gd name="adj" fmla="val 9023"/>
            </a:avLst>
          </a:prstGeom>
          <a:solidFill>
            <a:srgbClr val="0F2B4E"/>
          </a:solidFill>
          <a:ln/>
        </p:spPr>
      </p:sp>
      <p:sp>
        <p:nvSpPr>
          <p:cNvPr id="49" name="Shape 47"/>
          <p:cNvSpPr/>
          <p:nvPr/>
        </p:nvSpPr>
        <p:spPr>
          <a:xfrm>
            <a:off x="713232" y="603732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3232" y="603732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325880" y="5943600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450" dirty="0"/>
          </a:p>
        </p:txBody>
      </p:sp>
      <p:sp>
        <p:nvSpPr>
          <p:cNvPr id="52" name="Text 50"/>
          <p:cNvSpPr txBox="1"/>
          <p:nvPr/>
        </p:nvSpPr>
        <p:spPr>
          <a:xfrm>
            <a:off x="3749040" y="5943600"/>
            <a:ext cx="5532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raw bits through cables &amp; signals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372600" y="6062472"/>
            <a:ext cx="0" cy="370332"/>
          </a:xfrm>
          <a:prstGeom prst="line">
            <a:avLst/>
          </a:prstGeom>
          <a:noFill/>
          <a:ln w="12700">
            <a:solidFill>
              <a:srgbClr val="12366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555480" y="5943600"/>
            <a:ext cx="19659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cable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 •   CYBERSECURITY INTERNSHIP   •   WEEK 1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TCP/IP Model — 4 Layers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99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practical, real-world model that actually runs the Internet.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F2B4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258568"/>
            <a:ext cx="512064" cy="512064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5328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communication between apps and network services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281160" y="2221992"/>
            <a:ext cx="0" cy="585216"/>
          </a:xfrm>
          <a:prstGeom prst="line">
            <a:avLst/>
          </a:prstGeom>
          <a:noFill/>
          <a:ln w="12700">
            <a:solidFill>
              <a:srgbClr val="1C3B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64040" y="2057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HTTPS, DNS, FTP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F2B4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3009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300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209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57530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data is delivered between applications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81160" y="3264408"/>
            <a:ext cx="0" cy="585216"/>
          </a:xfrm>
          <a:prstGeom prst="line">
            <a:avLst/>
          </a:prstGeom>
          <a:noFill/>
          <a:ln w="12700">
            <a:solidFill>
              <a:srgbClr val="1C3B6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64040" y="309981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422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F2B4E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3434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343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617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IP addressing &amp; routing of packets across networks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1160" y="4306824"/>
            <a:ext cx="0" cy="585216"/>
          </a:xfrm>
          <a:prstGeom prst="line">
            <a:avLst/>
          </a:prstGeom>
          <a:noFill/>
          <a:ln w="12700">
            <a:solidFill>
              <a:srgbClr val="1C3B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64040" y="41422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IPv4, IPv6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18464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F2B4E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" y="53858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5385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52943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6601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transmission &amp; local network communication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281160" y="5349240"/>
            <a:ext cx="0" cy="585216"/>
          </a:xfrm>
          <a:prstGeom prst="line">
            <a:avLst/>
          </a:prstGeom>
          <a:noFill/>
          <a:ln w="12700">
            <a:solidFill>
              <a:srgbClr val="1C3B6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51846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Ethernet, Wireless LAN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 •   CYBERSECURITY INTERNSHIP   •   WEEK 1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_corner_t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Protocols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990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let devices and applications exchange data over a network.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0F2B4E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work/assets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5000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804672" y="2880360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web browsers and web servers. HTTPS adds encryption for secure browsing.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04672" y="3547872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Opening a website in a browser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09360" y="196596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0F2B4E"/>
          </a:solidFill>
          <a:ln/>
        </p:spPr>
      </p:sp>
      <p:sp>
        <p:nvSpPr>
          <p:cNvPr id="14" name="Shape 10"/>
          <p:cNvSpPr/>
          <p:nvPr/>
        </p:nvSpPr>
        <p:spPr>
          <a:xfrm>
            <a:off x="6565392" y="2221992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/home/claude/work/assets/icons/folder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35000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6565392" y="2880360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files between computers over a network.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565392" y="3547872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Uploading or downloading files from a server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0F2B4E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462272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/home/claude/work/assets/icons/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9028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480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120640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human-readable domain names into IP addresses.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804672" y="5788152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google.com → IP address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309360" y="420624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0F2B4E"/>
          </a:solidFill>
          <a:ln/>
        </p:spPr>
      </p:sp>
      <p:sp>
        <p:nvSpPr>
          <p:cNvPr id="26" name="Shape 20"/>
          <p:cNvSpPr/>
          <p:nvPr/>
        </p:nvSpPr>
        <p:spPr>
          <a:xfrm>
            <a:off x="6565392" y="4462272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4" descr="/home/claude/work/assets/icons/s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459028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315200" y="4480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650" dirty="0"/>
          </a:p>
        </p:txBody>
      </p:sp>
      <p:sp>
        <p:nvSpPr>
          <p:cNvPr id="29" name="Text 22"/>
          <p:cNvSpPr txBox="1"/>
          <p:nvPr/>
        </p:nvSpPr>
        <p:spPr>
          <a:xfrm>
            <a:off x="6565392" y="5120640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assigns IP addresses and network settings to devices.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6565392" y="5788152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Connecting a laptop to Wi-Fi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 •   CYBERSECURITY INTERNSHIP   •   WEEK 1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Addressing &amp; Subnetting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99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numerical address assigned to a device on a network — it identifies devices and enables communication.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0F2B4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31720"/>
            <a:ext cx="566928" cy="566928"/>
          </a:xfrm>
          <a:prstGeom prst="ellipse">
            <a:avLst/>
          </a:prstGeom>
          <a:solidFill>
            <a:srgbClr val="FFAB4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home/claude/work/assets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597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3591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0175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 device or network on the Internet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assigned by an Internet Service Provider (ISP)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communication over the Internet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05740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0F2B4E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/home/claude/work/asset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45973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23591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10528" y="30175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local networks only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 – 10.255.255.255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172.16.0.0 – 172.31.255.255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192.168.0.0 – 192.168.255.255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23663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5276088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2" descr="/home/claude/work/assets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42239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Subnetting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600200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one network into smaller networks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035040" y="523951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Address: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Mask: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 •   CYBERSECURITY INTERNSHIP   •   WEEK 1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Commands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990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Windows CMD / PowerShell commands used to understand and troubleshoot network connectivity.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0F2B4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home/claude/work/assets/icons/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6771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176272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61488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connectivity between my computer and the destination.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3456432"/>
            <a:ext cx="3044952" cy="310896"/>
          </a:xfrm>
          <a:prstGeom prst="roundRect">
            <a:avLst>
              <a:gd name="adj" fmla="val 17647"/>
            </a:avLst>
          </a:prstGeom>
          <a:solidFill>
            <a:srgbClr val="07152B"/>
          </a:solidFill>
          <a:ln w="12700">
            <a:solidFill>
              <a:srgbClr val="1C3B6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45643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google.com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3886200"/>
            <a:ext cx="3044952" cy="1965960"/>
          </a:xfrm>
          <a:prstGeom prst="roundRect">
            <a:avLst>
              <a:gd name="adj" fmla="val 2326"/>
            </a:avLst>
          </a:prstGeom>
          <a:solidFill>
            <a:srgbClr val="000000"/>
          </a:solidFill>
          <a:ln w="12700">
            <a:solidFill>
              <a:srgbClr val="1C3B62"/>
            </a:solidFill>
            <a:prstDash val="solid"/>
          </a:ln>
        </p:spPr>
      </p:sp>
      <p:pic>
        <p:nvPicPr>
          <p:cNvPr id="14" name="Image 1" descr="/home/claude/work/assets/ping1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4672" y="3913632"/>
            <a:ext cx="2990088" cy="19110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33672" y="192024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0F2B4E"/>
          </a:solidFill>
          <a:ln/>
        </p:spPr>
      </p:sp>
      <p:sp>
        <p:nvSpPr>
          <p:cNvPr id="16" name="Shape 12"/>
          <p:cNvSpPr/>
          <p:nvPr/>
        </p:nvSpPr>
        <p:spPr>
          <a:xfrm>
            <a:off x="4462272" y="214884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/home/claude/work/assets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26771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02352" y="2176272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Configuration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4462272" y="2761488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device's IP address, subnet mask and default gateway.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462272" y="3456432"/>
            <a:ext cx="3044952" cy="310896"/>
          </a:xfrm>
          <a:prstGeom prst="roundRect">
            <a:avLst>
              <a:gd name="adj" fmla="val 17647"/>
            </a:avLst>
          </a:prstGeom>
          <a:solidFill>
            <a:srgbClr val="07152B"/>
          </a:solidFill>
          <a:ln w="12700">
            <a:solidFill>
              <a:srgbClr val="1C3B6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53712" y="345643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462272" y="3886200"/>
            <a:ext cx="3044952" cy="1965960"/>
          </a:xfrm>
          <a:prstGeom prst="roundRect">
            <a:avLst>
              <a:gd name="adj" fmla="val 2326"/>
            </a:avLst>
          </a:prstGeom>
          <a:solidFill>
            <a:srgbClr val="000000"/>
          </a:solidFill>
          <a:ln w="12700">
            <a:solidFill>
              <a:srgbClr val="1C3B62"/>
            </a:solidFill>
            <a:prstDash val="solid"/>
          </a:ln>
        </p:spPr>
      </p:sp>
      <p:pic>
        <p:nvPicPr>
          <p:cNvPr id="23" name="Image 3" descr="/home/claude/work/assets/ipconfig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89704" y="3913632"/>
            <a:ext cx="2990088" cy="191109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918704" y="192024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0F2B4E"/>
          </a:solidFill>
          <a:ln/>
        </p:spPr>
      </p:sp>
      <p:sp>
        <p:nvSpPr>
          <p:cNvPr id="25" name="Shape 19"/>
          <p:cNvSpPr/>
          <p:nvPr/>
        </p:nvSpPr>
        <p:spPr>
          <a:xfrm>
            <a:off x="8147304" y="214884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4" descr="/home/claude/work/assets/icons/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26771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787384" y="2176272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Traceroute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8147304" y="2761488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path taken by packets from my computer to the destination.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47304" y="3456432"/>
            <a:ext cx="3044952" cy="310896"/>
          </a:xfrm>
          <a:prstGeom prst="roundRect">
            <a:avLst>
              <a:gd name="adj" fmla="val 17647"/>
            </a:avLst>
          </a:prstGeom>
          <a:solidFill>
            <a:srgbClr val="07152B"/>
          </a:solidFill>
          <a:ln w="12700">
            <a:solidFill>
              <a:srgbClr val="1C3B6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38744" y="345643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tracert google.com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147304" y="3886200"/>
            <a:ext cx="3044952" cy="1965960"/>
          </a:xfrm>
          <a:prstGeom prst="roundRect">
            <a:avLst>
              <a:gd name="adj" fmla="val 2326"/>
            </a:avLst>
          </a:prstGeom>
          <a:solidFill>
            <a:srgbClr val="000000"/>
          </a:solidFill>
          <a:ln w="12700">
            <a:solidFill>
              <a:srgbClr val="1C3B62"/>
            </a:solidFill>
            <a:prstDash val="solid"/>
          </a:ln>
        </p:spPr>
      </p:sp>
      <p:pic>
        <p:nvPicPr>
          <p:cNvPr id="32" name="Image 5" descr="/home/claude/work/assets/pingtracert.jpe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74736" y="3913632"/>
            <a:ext cx="2990088" cy="191109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 •   CYBERSECURITY INTERNSHIP   •   WEEK 1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Cisco Packet Tracer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990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create and test a simple computer network using Cisco Packet Tracer.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0F2B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75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Components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23160"/>
          <a:ext cx="4251960" cy="685800"/>
        </p:xfrm>
        <a:graphic>
          <a:graphicData uri="http://schemas.openxmlformats.org/drawingml/2006/table">
            <a:tbl>
              <a:tblPr/>
              <a:tblGrid>
                <a:gridCol w="1360627"/>
                <a:gridCol w="1530706"/>
                <a:gridCol w="136062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A3C4"/>
                          </a:solidFill>
                        </a:rPr>
                        <a:t>Device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A3C4"/>
                          </a:solidFill>
                        </a:rPr>
                        <a:t>IP Address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A3C4"/>
                          </a:solidFill>
                        </a:rPr>
                        <a:t>Subnet Mask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PC0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D8EA"/>
                          </a:solidFill>
                        </a:rPr>
                        <a:t>192.168.1.10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255.255.255.0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PC1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FD8EA"/>
                          </a:solidFill>
                        </a:rPr>
                        <a:t>192.168.1.20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255.255.255.0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B4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383280"/>
            <a:ext cx="4709160" cy="2743200"/>
          </a:xfrm>
          <a:prstGeom prst="roundRect">
            <a:avLst>
              <a:gd name="adj" fmla="val 2667"/>
            </a:avLst>
          </a:prstGeom>
          <a:solidFill>
            <a:srgbClr val="0F2B4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5204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39502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9227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PCs and one switch in Packet Tracer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4805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453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both PCs to the switch with Copper Straight-Through cables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50109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010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9834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IP address &amp; subnet mask on each PC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" y="5541264"/>
            <a:ext cx="292608" cy="29260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541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55138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Command Prompt on PC0 and run: ping 192.168.1.20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32120" y="1965960"/>
            <a:ext cx="6108192" cy="2331720"/>
          </a:xfrm>
          <a:prstGeom prst="roundRect">
            <a:avLst>
              <a:gd name="adj" fmla="val 2353"/>
            </a:avLst>
          </a:prstGeom>
          <a:solidFill>
            <a:srgbClr val="000000"/>
          </a:solidFill>
          <a:ln w="12700">
            <a:solidFill>
              <a:srgbClr val="1C3B62"/>
            </a:solidFill>
            <a:prstDash val="solid"/>
          </a:ln>
        </p:spPr>
      </p:sp>
      <p:pic>
        <p:nvPicPr>
          <p:cNvPr id="24" name="Image 0" descr="/home/claude/work/assets/pt_top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41848" y="2075688"/>
            <a:ext cx="5888736" cy="211226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532120" y="4434840"/>
            <a:ext cx="6108192" cy="1691640"/>
          </a:xfrm>
          <a:prstGeom prst="roundRect">
            <a:avLst>
              <a:gd name="adj" fmla="val 3243"/>
            </a:avLst>
          </a:prstGeom>
          <a:solidFill>
            <a:srgbClr val="000000"/>
          </a:solidFill>
          <a:ln w="12700">
            <a:solidFill>
              <a:srgbClr val="1C3B62"/>
            </a:solidFill>
            <a:prstDash val="solid"/>
          </a:ln>
        </p:spPr>
      </p:sp>
      <p:pic>
        <p:nvPicPr>
          <p:cNvPr id="26" name="Image 1" descr="/home/claude/work/assets/pt_termin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41848" y="4544568"/>
            <a:ext cx="5888736" cy="147218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532120" y="6245352"/>
            <a:ext cx="365760" cy="365760"/>
          </a:xfrm>
          <a:prstGeom prst="ellipse">
            <a:avLst/>
          </a:prstGeom>
          <a:solidFill>
            <a:srgbClr val="1F5B3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2" descr="/home/claude/work/assets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631850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989320" y="6227064"/>
            <a:ext cx="5650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E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PC0 successfully communicates with PC1 through the switch.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 •   CYBERSECURITY INTERNSHIP   •   WEEK 1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_corner_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WRAP-UP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/home/claude/work/assets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6367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computer networking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258568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/home/claude/work/assets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33172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2037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layers of the OSI model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2825496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3" descr="/home/claude/work/assets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9864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770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layers of the TCP/IP model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3392424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4" descr="/home/claude/work/assets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46557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337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protocols: HTTP, HTTPS, FTP, DNS &amp; DHCP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217920" y="1691640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5" descr="/home/claude/work/assets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76479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720840" y="16367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of IP addressing and subnetting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217920" y="2258568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6" descr="/home/claude/work/assets/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233172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720840" y="22037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commands: ping, ipconfig &amp; tracert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217920" y="2825496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7" descr="/home/claude/work/assets/icons/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2898648"/>
            <a:ext cx="219456" cy="219456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720840" y="2770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configuring a network in Cisco Packet Tracer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6217920" y="3392424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8" descr="/home/claude/work/assets/icons/check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3465576"/>
            <a:ext cx="219456" cy="219456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720840" y="3337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network connectivity end-to-end with ping</a:t>
            </a:r>
            <a:endParaRPr lang="en-US" sz="1300" dirty="0"/>
          </a:p>
        </p:txBody>
      </p:sp>
      <p:sp>
        <p:nvSpPr>
          <p:cNvPr id="30" name="Shape 19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23663"/>
          </a:solidFill>
          <a:ln/>
        </p:spPr>
      </p:sp>
      <p:sp>
        <p:nvSpPr>
          <p:cNvPr id="31" name="Shape 20"/>
          <p:cNvSpPr/>
          <p:nvPr/>
        </p:nvSpPr>
        <p:spPr>
          <a:xfrm>
            <a:off x="822960" y="4818888"/>
            <a:ext cx="640080" cy="640080"/>
          </a:xfrm>
          <a:prstGeom prst="ellipse">
            <a:avLst/>
          </a:prstGeom>
          <a:solidFill>
            <a:srgbClr val="FFAB4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9" descr="/home/claude/work/assets/icons/lightbul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64" y="4965192"/>
            <a:ext cx="347472" cy="347472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691640" y="4617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34" name="Text 22"/>
          <p:cNvSpPr txBox="1"/>
          <p:nvPr/>
        </p:nvSpPr>
        <p:spPr>
          <a:xfrm>
            <a:off x="1691640" y="4937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strengthened my understanding of networking, IP addressing, protocols, and troubleshooting — providing a solid foundation for cybersecurity and network security.</a:t>
            </a:r>
            <a:endParaRPr lang="en-US" sz="1250" dirty="0"/>
          </a:p>
        </p:txBody>
      </p:sp>
      <p:sp>
        <p:nvSpPr>
          <p:cNvPr id="35" name="Text 23"/>
          <p:cNvSpPr txBox="1"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 •   CYBERSECURITY INTERNSHIP   •   WEEK 1</a:t>
            </a:r>
            <a:endParaRPr lang="en-US" sz="900" dirty="0"/>
          </a:p>
        </p:txBody>
      </p:sp>
      <p:sp>
        <p:nvSpPr>
          <p:cNvPr id="36" name="Text 24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236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94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2651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Onward to Week 2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520440"/>
            <a:ext cx="1463040" cy="0"/>
          </a:xfrm>
          <a:prstGeom prst="line">
            <a:avLst/>
          </a:prstGeom>
          <a:noFill/>
          <a:ln w="38100">
            <a:solidFill>
              <a:srgbClr val="FFAB4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 ·  DG Interns Hub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Prakhar Gupta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2026-09-06T17:53:21Z</dcterms:created>
  <dcterms:modified xsi:type="dcterms:W3CDTF">2026-09-06T17:53:21Z</dcterms:modified>
</cp:coreProperties>
</file>